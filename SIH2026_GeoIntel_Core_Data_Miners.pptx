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457200" y="685800"/>
            <a:ext cx="4572000" cy="1005840"/>
          </a:xfrm>
        </p:spPr>
        <p:txBody>
          <a:bodyPr wrap="square"/>
          <a:lstStyle/>
          <a:p>
            <a:pPr algn="l">
              <a:defRPr sz="2000" b="1">
                <a:solidFill>
                  <a:srgbClr val="1E3A8A"/>
                </a:solidFill>
                <a:latin typeface="Arial"/>
              </a:defRPr>
            </a:pPr>
            <a:r>
              <a:t>GeoIntel Core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300"/>
              </a:spcBef>
              <a:defRPr sz="1100" b="1">
                <a:solidFill>
                  <a:srgbClr val="0E7490"/>
                </a:solidFill>
                <a:latin typeface="Arial"/>
              </a:defRPr>
            </a:pPr>
            <a:r>
              <a:t>Autonomous Geological Intelligence Portal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4754880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Problem Statement ID : </a:t>
            </a:r>
            <a:r>
              <a:rPr sz="1200" b="1">
                <a:solidFill>
                  <a:srgbClr val="1E293B"/>
                </a:solidFill>
                <a:latin typeface="Arial"/>
              </a:rPr>
              <a:t>SIH26023 (Ministry of Coal / CMPDI)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Problem Statement Title : </a:t>
            </a:r>
            <a:r>
              <a:rPr sz="1200" b="0">
                <a:solidFill>
                  <a:srgbClr val="1E293B"/>
                </a:solidFill>
                <a:latin typeface="Arial"/>
              </a:rPr>
              <a:t>AI-Powered Geological &amp; Mining Reporting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Theme : </a:t>
            </a:r>
            <a:r>
              <a:rPr sz="1200" b="0">
                <a:solidFill>
                  <a:srgbClr val="1E293B"/>
                </a:solidFill>
                <a:latin typeface="Arial"/>
              </a:rPr>
              <a:t>Clean &amp; Green Technology / Smart Mining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PS Category : </a:t>
            </a:r>
            <a:r>
              <a:rPr sz="1200" b="0">
                <a:solidFill>
                  <a:srgbClr val="1E293B"/>
                </a:solidFill>
                <a:latin typeface="Arial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Team ID : </a:t>
            </a:r>
            <a:r>
              <a:rPr sz="1200" b="0">
                <a:solidFill>
                  <a:srgbClr val="1E293B"/>
                </a:solidFill>
                <a:latin typeface="Arial"/>
              </a:rPr>
              <a:t>SIH2026-DM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Team Name : </a:t>
            </a:r>
            <a:r>
              <a:rPr sz="1200" b="1">
                <a:solidFill>
                  <a:srgbClr val="C2410C"/>
                </a:solidFill>
                <a:latin typeface="Arial"/>
              </a:rPr>
              <a:t>data_miners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l">
              <a:defRPr sz="2000" b="1">
                <a:solidFill>
                  <a:srgbClr val="1E3A8A"/>
                </a:solidFill>
                <a:latin typeface="Arial"/>
              </a:defRPr>
            </a:pPr>
            <a:r>
              <a:t>IDEA TITLE: GeoIntel Core - Autonomous Mining Intelligence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data_miners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Proposed Solution: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Autonomous system for CMPDI borehole logs &amp; CIL production data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Functional split-screen prototype with real-time spatial auditing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Core Capabilities: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Spatial Vector Grounding with [x0, y0, x1, y1] coordinates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Dynamic citation bounding boxes synced with page navigation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Autonomous Report Studio for executive briefs &amp; DOCX synthesis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Pan-CIL Production Analytics across 8 subsidiaries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Innovation: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Replaces weeks of manual PDF cross-referencing with sub-second retrieval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Zero hallucination: every assertion bound to official documents</a:t>
            </a:r>
          </a:p>
        </p:txBody>
      </p:sp>
      <p:pic>
        <p:nvPicPr>
          <p:cNvPr id="15363" name="Picture 15362" descr="feature_chat_spl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2546295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6949440" y="548640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1: GeoIntel Core Live Split-Screen RAG with Dynamic Spatial Bounding-Box Audit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data_miners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Technologies: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Frontend: React 18, Vite, Tailwind CSS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Backend: FastAPI, Python 3.12, Uvicorn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Spatial Extraction: PyMuPDF (Fitz) token parser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Vector Store: ChromaDB with 384-dim embeddings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Inference: Groq LPU (LLaMA 3.3 70B, Qwen 2.5 32B)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Export: ReportLab PDF, python-docx, Markdown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Implementation Pipeline: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1. Harvester: Ministry of Coal web scraper &amp; drag-and-drop ingestion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2. Spatial Indexing: Sliding-window chunking with pixel coordinates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3. Grounded Retrieval: Hybrid dense vectors + keyword indices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4. Synthesis: Dynamic token budgeting with extractive fallback</a:t>
            </a:r>
          </a:p>
        </p:txBody>
      </p:sp>
      <p:pic>
        <p:nvPicPr>
          <p:cNvPr id="17411" name="Picture 17410" descr="architectur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188720"/>
            <a:ext cx="5760720" cy="3271520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5852160" y="544068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2: GeoIntel Core 4-Stage Architecture (Team data_miners)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data_miners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Feasibility &amp; Viability: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Validated on 100+ geological documents, CIL reviews, mine plans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Sub-second indexing: 50-page DPRs parsed in under 3.2 seconds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Enterprise ready: Containerized microservices for on-premises deployment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100% data sovereignty: Zero external exposure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Challenges &amp; Mitigations: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API Rate Limiting: Resilient token budgeting with exponential backoff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Network Outages: Local extractive fallback ensures zero downtime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Heterogeneous Archives: PyMuPDF token normalization adapts to any PDF format</a:t>
            </a:r>
          </a:p>
        </p:txBody>
      </p:sp>
      <p:pic>
        <p:nvPicPr>
          <p:cNvPr id="17411" name="Picture 17410" descr="feature_document_reposi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2349795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949440" y="54406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3: Document Repository &amp; ChromaDB Vector Indexing Hub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data_miners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Target Impact: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CMPDI Geologists: Instant lookup of Gondwana stratigraphy &amp; regional meterage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Mine Planning Officers: Real-time OBR tracking &amp; stripping ratios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Ministry Leadership: Board-level summaries in minutes vs weeks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Strategic Benefits: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85% Time Savings: Accelerated DPR evaluation &amp; technical assessment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Auditable Provenance: Spatial bounding boxes eliminate compliance risk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Pan-CIL Scalability: Turnkey deployment across all 8 subsidiaries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Zero Cloud Licensing: Self-contained stack with no per-query fees</a:t>
            </a:r>
          </a:p>
        </p:txBody>
      </p:sp>
      <p:pic>
        <p:nvPicPr>
          <p:cNvPr id="17411" name="Picture 17410" descr="feature_analytics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321741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949440" y="54406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4: Analytics Word Cloud &amp; Subsidiary Production Dashboard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data_miners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300" b="1">
                <a:solidFill>
                  <a:srgbClr val="1E3A8A"/>
                </a:solidFill>
                <a:latin typeface="Arial"/>
              </a:rPr>
              <a:t>References:</a:t>
            </a:r>
          </a:p>
          <a:p>
            <a:pPr lvl="1">
              <a:spcAft>
                <a:spcPts val="400"/>
              </a:spcAft>
            </a:pPr>
            <a:r>
              <a:rPr sz="1050" b="1">
                <a:solidFill>
                  <a:srgbClr val="0E7490"/>
                </a:solidFill>
                <a:latin typeface="Arial"/>
              </a:rPr>
              <a:t>• GitHub Repository: https://github.com/Sankar7567/data_miners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Arial"/>
              </a:rPr>
              <a:t>• Ministry of Coal: Mine Plans &amp; Closure Guidelines — coal.gov.in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Arial"/>
              </a:rPr>
              <a:t>• CMPDI: Geological Exploration &amp; Drilling Reports — cmpdi.co.in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Arial"/>
              </a:rPr>
              <a:t>• Coal India Limited: Performance Reviews &amp; BRSR — coalindia.in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Arial"/>
              </a:rPr>
              <a:t>• DGMS: Statutory Operational Guidelines &amp; Safety Circulars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Arial"/>
              </a:rPr>
              <a:t>• PyMuPDF &amp; ChromaDB: Spatial extraction &amp; vector retrieval</a:t>
            </a:r>
          </a:p>
        </p:txBody>
      </p:sp>
      <p:pic>
        <p:nvPicPr>
          <p:cNvPr id="17411" name="Picture 17410" descr="feature_report_stud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249439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949440" y="54406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5: Autonomous Report Studio with Multi-Format Synthesis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