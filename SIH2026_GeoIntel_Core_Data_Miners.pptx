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 algn="l">
              <a:defRPr sz="1500" b="1">
                <a:solidFill>
                  <a:srgbClr val="0E7490"/>
                </a:solidFill>
                <a:latin typeface="Arial"/>
              </a:defRPr>
            </a:pPr>
            <a:r>
              <a:t>GeoIntel Core : Autonomous Geological Intelligence &amp; Spatial Reporting Portal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Problem Statement ID : </a:t>
            </a:r>
            <a:r>
              <a:rPr sz="1400" b="1">
                <a:solidFill>
                  <a:srgbClr val="1E293B"/>
                </a:solidFill>
                <a:latin typeface="Arial"/>
              </a:rPr>
              <a:t>SIH26023 (Ministry of Coal / CMPDI)</a:t>
            </a:r>
            <a:endParaRPr lang="en-US" dirty="0"/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Problem Statement Title : </a:t>
            </a:r>
            <a:r>
              <a:rPr sz="1400" b="0">
                <a:solidFill>
                  <a:srgbClr val="1E293B"/>
                </a:solidFill>
                <a:latin typeface="Arial"/>
              </a:rPr>
              <a:t>AI-Powered Geological &amp; Mining Reporting Solution for CMPDI &amp; CIL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Theme : </a:t>
            </a:r>
            <a:r>
              <a:rPr sz="1400" b="0">
                <a:solidFill>
                  <a:srgbClr val="1E293B"/>
                </a:solidFill>
                <a:latin typeface="Arial"/>
              </a:rPr>
              <a:t>Clean &amp; Green Technology / Smart Automation &amp; Mining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PS Category : </a:t>
            </a:r>
            <a:r>
              <a:rPr sz="1400" b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Team ID : </a:t>
            </a:r>
            <a:r>
              <a:rPr sz="1400" b="0">
                <a:solidFill>
                  <a:srgbClr val="1E293B"/>
                </a:solidFill>
                <a:latin typeface="Arial"/>
              </a:rPr>
              <a:t>SIH2026-DM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  <a:latin typeface="Arial"/>
              </a:rPr>
              <a:t>Team Name : </a:t>
            </a:r>
            <a:r>
              <a:rPr sz="1400" b="1">
                <a:solidFill>
                  <a:srgbClr val="C2410C"/>
                </a:solidFill>
                <a:latin typeface="Arial"/>
              </a:rPr>
              <a:t>Data Miners (Registered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l">
              <a:defRPr sz="2200" b="1">
                <a:solidFill>
                  <a:srgbClr val="1E3A8A"/>
                </a:solidFill>
                <a:latin typeface="Arial"/>
              </a:defRPr>
            </a:pPr>
            <a:r>
              <a:t>IDEA TITLE: GeoIntel Core - Autonomous Mining Intelligence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 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Proposed Solution &amp; Prototype: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Full-stack multimodal intelligence system tailored for CMPDI borehole logs, Detailed Project Reports (DPRs), and CIL operational archives.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Live working prototype featuring dual-pane split-screen spatial verification and autonomous multi-format report synthesis.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Detailed Explanation of Proposed Solution: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PyMuPDF Coordinate Engine: Parses multi-hundred page mining PDFs into precise normalized bounding-box coordinates [x0, y0, x1, y1].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ChromaDB Spatial Store: 384-dimensional dense semantic vector representations indexed by CIL subsidiary, year, and mining horizon.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How It Directly Addresses the CMPDI/CIL Problem: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Replaces weeks of manual cross-referencing with sub-second, auditable retrieval across 100+ official reports.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Eliminates hallucination risk: Every metric is linked to an exact source page and visual bounding-box snippet.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Innovation &amp; Uniqueness: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Zero Token Waste Architecture: Smart token budgeting (2200 tokens) with resilient Groq LPU hardware acceleration &amp; offline fallback.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Dynamic Citation Highlighting: Real-time bounding box overlays that adapt on page navigation.</a:t>
            </a:r>
          </a:p>
        </p:txBody>
      </p:sp>
      <p:pic>
        <p:nvPicPr>
          <p:cNvPr id="15363" name="Picture 15362" descr="feature_chat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546295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949440" y="54864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1: GeoIntel Core Live Split-Screen RAG Assistant with Dynamic Spatial Bounding-Box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 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Technologies to be Used: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Frontend Architecture: React 18, Vite, Tailwind CSS, Lucide Icons, Glassmorphic UI with dynamic SVG spatial bounding-box overlay.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Backend &amp; API Services: FastAPI, Python 3.12, Uvicorn, Asynchronous REST endpoints, multipart streaming PDF ingestion.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Spatial Text Extraction: PyMuPDF (Fitz) token-level coordinate parser preserving page geometry and tabular bounding boxes.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Semantic Vector Database: ChromaDB persistent vector store with All-MiniLM-L6-v2 384-dimensional dense embeddings.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LLM &amp; Inference Hardware: Groq LPU Hardware Acceleration (Meta LLaMA 3.3 70B &amp; Qwen 2.5 32B), Local Hybrid extractive fallback.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Multi-Format Document Engine: ReportLab PDF engine (inline browser preview), python-docx table compiler, Markdown generator.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Methodology &amp; Implementation Pipeline: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1. Multimodal Harvester: Ministry of Coal web scraper &amp; instant drag-and-drop ingestion with automatic file versioning (_v2.pdf).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2. Spatial Indexing: Sliding-window chunking (400 words, 50-word overlap) retaining exact pixel bounding coordinates.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3. Grounded Retrieval: Filtered hybrid search combining dense vector similarity with inverted domain keyword indices.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4. Resilient Synthesis: Rate-limit resilient inference with smart token budgeting and 100% spatial citation provenance.</a:t>
            </a:r>
          </a:p>
        </p:txBody>
      </p:sp>
      <p:pic>
        <p:nvPicPr>
          <p:cNvPr id="17411" name="Picture 17410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88720"/>
            <a:ext cx="5760720" cy="32715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5852160" y="544068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2: GeoIntel Core End-to-End 4-Stage Multimodal Architecture (Designed by Team Data Miners)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 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Analysis of Feasibility &amp; Production Scalability: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Validated on 100+ multi-page geological documents, CIL annual reviews, and detailed mine plans.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Sub-second vector indexing: High-throughput ingestion processes 50-page complex DPRs in under 3.2 seconds.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Enterprise Deployment: Containerized FastAPI &amp; React microservices ready for secure on-premises CIL deployment or cloud nodes.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Data Sovereignty: 100% on-premises vector storage with zero external data exposure of confidential exploration reserves.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Potential Challenges &amp; Operational Risks: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Hardware API Rate Limiting: LLM token rate limits (TPM/RPM) during intensive multi-department reporting sessions.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Heterogeneous Legacy Archives: Complex multi-column tables, scanned geological boreholes, and unstandardized subsidiary formats.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Strategies for Overcoming Challenges: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Rate-Limit Resiliency Engine: Dynamic token budgeting (2200 max tokens) with exponential backoff retry logic.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Graceful Hybrid Extractive Fallback: Autonomous fallback to local extractive ranking engine ensuring zero system downtime.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PyMuPDF Geometric Normalization: Exact token-level coordinate bounding boxes adapt seamlessly across diverse page aspect ratios.</a:t>
            </a:r>
          </a:p>
        </p:txBody>
      </p:sp>
      <p:pic>
        <p:nvPicPr>
          <p:cNvPr id="17411" name="Picture 17410" descr="feature_document_reposi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349795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3: Official Document Repository &amp; Ingestion Hub (ChromaDB Vector Indexing &amp; Real-Time Upload)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 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Impact on Target Stakeholders (CMPDI &amp; Coal India):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CMPDI Geologists &amp; Drilling Engineers: Instant lookup of Gondwana stratigraphy, Barakar formations, and regional borehole meterage (RI-I to RI-VII).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Mine General Managers &amp; Planning Officers: Real-time benchmarking of Overburden Removal (OBR), stripping ratios (m³/t), and heavy equipment productivity.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Ministry of Coal &amp; CIL Leadership: Automated generation of board-level performance summaries, reducing preparation cycles from weeks to minutes.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Comprehensive Benefits of GeoIntel Core: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Operational Speed: 85%+ reduction in technical assessment and Detailed Project Report (DPR) synthesis time.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Economic Value: Optimized stripping ratio tracking and FMC rail corridor dispatch, mitigating costly operational bottlenecks.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Zero Hallucination Guarantee: 100% auditable spatial citations eliminate flawed projections and regulatory compliance penalties.</a:t>
            </a:r>
          </a:p>
          <a:p>
            <a:pPr lvl="1">
              <a:spcAft>
                <a:spcPts val="2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Environmental Compliance: Rapid tracking of progressive mine closure plans, land reclamation, and afforestation targets per DGMS norms.</a:t>
            </a:r>
          </a:p>
        </p:txBody>
      </p:sp>
      <p:pic>
        <p:nvPicPr>
          <p:cNvPr id="17411" name="Picture 17410" descr="feature_analytics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321741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4: Geological Analytics Word Cloud &amp; Subsidiary Production Metrics Dashboard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 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Details / Links of Reference &amp; Research Work: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Ministry of Coal, Government of India: 'Guidelines for Preparation of Mine Plans and Mine Closure Plans for Coal and Lignite Mines' (2025/2026 Directives).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Central Mine Planning &amp; Design Institute (CMPDI): 'Annual Geological Exploration &amp; Drilling Reports (RI-I to RI-VII)', Gondwana Basin Stratigraphy Archives, Ranchi.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Coal India Limited (CIL): 'Operational &amp; Production Performance Review (FY 2023-24)', Subsidiary Reports (MCL, SECL, NCL, CCL, WCL, BCCL, ECL).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Directorate General of Mines Safety (DGMS): Statutory Operational Guidelines &amp; Safety Circulars for Opencast and Underground Coal Extraction.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Spatial Document Parsing &amp; Retrieval: PyMuPDF (Fitz) Token-Level Coordinate Mapping &amp; ChromaDB High-Density Vector Embedding Architecture.</a:t>
            </a:r>
          </a:p>
          <a:p>
            <a:pPr lvl="1"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Arial"/>
              </a:rPr>
              <a:t>• Hardware-Accelerated Inference: Groq LPU Deterministic Hardware Architecture for Ultra-Low Latency Large Language Model Serving.</a:t>
            </a:r>
          </a:p>
        </p:txBody>
      </p:sp>
      <p:pic>
        <p:nvPicPr>
          <p:cNvPr id="17411" name="Picture 17410" descr="feature_report_stu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49439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5: Autonomous Report Studio with Custom Engineering Directives &amp; Multi-Format Synthesis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